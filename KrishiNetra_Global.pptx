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global_assets/ill_glob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0" y="274320"/>
            <a:ext cx="3200400" cy="3200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FFB300">
              <a:alpha val="1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47472"/>
            <a:ext cx="530352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63500" dir="81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KrishiNetra</a:t>
            </a:r>
            <a:endParaRPr lang="en-US" sz="6800" dirty="0"/>
          </a:p>
        </p:txBody>
      </p:sp>
      <p:sp>
        <p:nvSpPr>
          <p:cNvPr id="9" name="Text 5"/>
          <p:cNvSpPr/>
          <p:nvPr/>
        </p:nvSpPr>
        <p:spPr>
          <a:xfrm>
            <a:off x="457200" y="13533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spc="300" kern="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Agriculture for the World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457200" y="1965960"/>
            <a:ext cx="5120640" cy="731520"/>
          </a:xfrm>
          <a:prstGeom prst="rect">
            <a:avLst/>
          </a:prstGeom>
          <a:solidFill>
            <a:srgbClr val="000000">
              <a:alpha val="55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1965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Feeding the Future — One Smart Farm at a Time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7200" y="27889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"Affordable IoT + AI for 500 million smallholder farmers worldwide"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7472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2: Zero Hunger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505456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05456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13: Climate Action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9: Innovation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821424" y="3310128"/>
            <a:ext cx="2029968" cy="384048"/>
          </a:xfrm>
          <a:prstGeom prst="rect">
            <a:avLst/>
          </a:prstGeom>
          <a:solidFill>
            <a:srgbClr val="0E3A5C">
              <a:alpha val="8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21424" y="3310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SDG 1: No Poverty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KrishiNetra  •  Global AgriTech Platform  •  Made in India, Built for the World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pr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 Under Agricultural Stress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ACBF"/>
                </a:solidFill>
              </a:rPr>
              <a:t>Three converging crises threatening global food security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2D0000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1" descr="/tmp/kn_global_assets/ill_hung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216152"/>
            <a:ext cx="2596896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53312" y="1005840"/>
            <a:ext cx="566928" cy="56692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5331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3182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Insecurity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6576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733M people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65760" y="3950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CBF"/>
                </a:solidFill>
              </a:rPr>
              <a:t>go hungry daily — FAO 2023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1A120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tmp/kn_global_assets/ill_was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73552" y="1216152"/>
            <a:ext cx="2596896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79392" y="1005840"/>
            <a:ext cx="566928" cy="5669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27939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3291840" y="3182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Scarcity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29184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</a:rPr>
              <a:t>70% of water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3291840" y="3950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CBF"/>
                </a:solidFill>
              </a:rPr>
              <a:t>used in agriculture — wasted by poor irrigation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001A0D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/tmp/kn_global_assets/ill_clim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216152"/>
            <a:ext cx="2596896" cy="19202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205472" y="1005840"/>
            <a:ext cx="566928" cy="56692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20547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6217920" y="31821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Vulnerability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217920" y="35935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</a:rPr>
              <a:t>500M+ farms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6217920" y="395020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CBF"/>
                </a:solidFill>
              </a:rPr>
              <a:t>are smallholder plots with no tech protection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s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" name="Image 1" descr="/tmp/kn_global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457200"/>
            <a:ext cx="356616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164592"/>
            <a:ext cx="3749040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KrishiNetra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 Agriculture for All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297680" y="2011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Device. Global Impact.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297680" y="804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7D8B"/>
                </a:solidFill>
              </a:rPr>
              <a:t>Affordable precision farming for smallholders in developing economies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97680" y="1170432"/>
            <a:ext cx="448056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1408176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97680" y="1408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9744" y="129844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any developing country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09744" y="168249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No infrastructure required — solar + cellular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167128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809744" y="20574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crop intelligence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09744" y="24414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Automated irrigation, anomaly detection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2926080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809744" y="281635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edge computing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09744" y="32004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Functions without internet — syncs when available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97680" y="3685032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97680" y="3685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809744" y="35753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 of Western AgriTech cost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809744" y="39593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Under $180 — accessible to smallholders worldwide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4443984"/>
            <a:ext cx="438912" cy="43891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97680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809744" y="4334256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to any climate/crop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809744" y="471830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7D8B"/>
                </a:solidFill>
              </a:rPr>
              <a:t>Rice, wheat, maize, cotton, vegetables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3657600"/>
          </a:xfrm>
          <a:prstGeom prst="ellipse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in 3 Simple Steps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No technical expertise required — designed for farmers, not engineers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560320" cy="36118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/tmp/kn_global_assets/ill_s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1371600"/>
            <a:ext cx="2414016" cy="1536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44752" y="1115568"/>
            <a:ext cx="585216" cy="58521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4475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Device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300"/>
                </a:solidFill>
              </a:rPr>
              <a:t>Plant in field — 10 min setup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CC"/>
                </a:solidFill>
              </a:rPr>
              <a:t>Solar-powered, waterproof, no wiring needed. Works in remote locations.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298448"/>
            <a:ext cx="2560320" cy="36118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/tmp/kn_global_assets/ill_s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64992" y="1371600"/>
            <a:ext cx="2414016" cy="15361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279392" y="1115568"/>
            <a:ext cx="585216" cy="58521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7939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📲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338328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&amp; Configure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338328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300"/>
                </a:solidFill>
              </a:rPr>
              <a:t>Link via mobile or web app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38328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CC"/>
                </a:solidFill>
              </a:rPr>
              <a:t>Simple onboarding UI. Works on basic Android phones with 2G/3G/4G.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298448"/>
            <a:ext cx="2560320" cy="361188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2" descr="/tmp/kn_global_assets/ill_s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9632" y="1371600"/>
            <a:ext cx="2414016" cy="153619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114032" y="1115568"/>
            <a:ext cx="585216" cy="585216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11403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621792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Act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621792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300"/>
                </a:solidFill>
              </a:rPr>
              <a:t>Data, alerts &amp; automation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1792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DDCC"/>
                </a:solidFill>
              </a:rPr>
              <a:t>Real-time dashboard, AI decisions, instant mobile alerts 24/7.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127248" y="3154680"/>
            <a:ext cx="164592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61888" y="3154680"/>
            <a:ext cx="164592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fe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Precision Agriculture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E5FF"/>
                </a:solidFill>
              </a:rPr>
              <a:t>Hardware + Software + AI — end-to-end solution for global deployment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15568"/>
            <a:ext cx="1938528" cy="1188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🌡️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93192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Sensing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3192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Soil temp, air temp, humidity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15568"/>
            <a:ext cx="1938528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💧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514600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 AI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Precision irrigation automation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90288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1115568"/>
            <a:ext cx="1938528" cy="118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4636008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Camera Vision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36008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AI animal &amp; pest detection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11696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11696" y="1115568"/>
            <a:ext cx="1938528" cy="11887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🛰️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757416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Sync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757416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GPS field mapping &amp; boundaries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054096"/>
            <a:ext cx="1938528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🔋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393192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Battery Mgmt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93192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Live SOC, solar charge tracking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3054096"/>
            <a:ext cx="1938528" cy="1188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2514600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Alerts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514600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SMS, WhatsApp, app push notify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90288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0288" y="3054096"/>
            <a:ext cx="1938528" cy="1188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90288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☀️</a:t>
            </a:r>
            <a:endParaRPr lang="en-US" sz="4000" dirty="0"/>
          </a:p>
        </p:txBody>
      </p:sp>
      <p:sp>
        <p:nvSpPr>
          <p:cNvPr id="39" name="Text 36"/>
          <p:cNvSpPr/>
          <p:nvPr/>
        </p:nvSpPr>
        <p:spPr>
          <a:xfrm>
            <a:off x="4636008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Off-grid Solar Power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636008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72hr backup — zero electricity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11696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1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11696" y="3054096"/>
            <a:ext cx="1938528" cy="1188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757416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Inference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757416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Works without internet connectivity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so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global_assets/ill_sol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457200"/>
            <a:ext cx="384048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228600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74720" y="365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0" y="320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228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✦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0" y="91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☀️</a:t>
            </a:r>
            <a:endParaRPr lang="en-US" sz="5800" dirty="0"/>
          </a:p>
        </p:txBody>
      </p:sp>
      <p:sp>
        <p:nvSpPr>
          <p:cNvPr id="11" name="Text 7"/>
          <p:cNvSpPr/>
          <p:nvPr/>
        </p:nvSpPr>
        <p:spPr>
          <a:xfrm>
            <a:off x="4389120" y="868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4389120" y="1417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Off-Grid Deployment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38912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CCCC"/>
                </a:solidFill>
              </a:rPr>
              <a:t>Reaches farmers where infrastructure ends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89120" y="2331720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6280" y="2331720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Solar-charged via small rooftop/pole panel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389120" y="2898648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89864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 72-hour battery backup — works through nights &amp; cloudy days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389120" y="3465576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3465576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  Cellular (2G/3G/4G) — works without broadband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389120" y="4032504"/>
            <a:ext cx="4526280" cy="493776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4032504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🏔️  Deployed in Sub-Saharan Africa, South Asia, SE Asia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Built for Last-Mile Agriculture Globally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m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Farm Intelligence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B300"/>
                </a:solidFill>
              </a:rPr>
              <a:t>Alerts and live data delivered to any mobile device, anywhere in the world</a:t>
            </a:r>
            <a:endParaRPr lang="en-US" sz="1400" dirty="0"/>
          </a:p>
        </p:txBody>
      </p:sp>
      <p:pic>
        <p:nvPicPr>
          <p:cNvPr id="5" name="Image 1" descr="/tmp/kn_global_assets/ill_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97280"/>
            <a:ext cx="256032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078992"/>
            <a:ext cx="2596896" cy="36941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200400" y="1115568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0" y="1115568"/>
            <a:ext cx="109728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37560" y="111556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🌡️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977640" y="1188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Stress Alert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977640" y="1554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Soil temp 38°C — trigger irrigation protocol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2093976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2093976"/>
            <a:ext cx="109728" cy="8229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7560" y="209397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🐆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977640" y="2167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Detected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77640" y="25328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Large animal detected — alarm relay activated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0" y="3072384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3072384"/>
            <a:ext cx="10972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3072384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💧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3977640" y="3145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Moisture Deficit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977640" y="35112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Field A: 12% VWC — auto drip irrigation started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200400" y="4050792"/>
            <a:ext cx="566928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4050792"/>
            <a:ext cx="109728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4050792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🔋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3977640" y="4123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Power Warning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977640" y="44897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CBF"/>
                </a:solidFill>
              </a:rPr>
              <a:t>SOC: 18% — solar charge insufficient today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b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0" y="-274320"/>
            <a:ext cx="2286000" cy="1645920"/>
          </a:xfrm>
          <a:prstGeom prst="ellipse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Power Management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Live battery monitoring — critical for off-grid reliability</a:t>
            </a:r>
            <a:endParaRPr lang="en-US" sz="1500" dirty="0"/>
          </a:p>
        </p:txBody>
      </p:sp>
      <p:pic>
        <p:nvPicPr>
          <p:cNvPr id="6" name="Image 1" descr="/tmp/kn_global_assets/ill_b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097280"/>
            <a:ext cx="310896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solidFill>
            <a:srgbClr val="0D1B2A"/>
          </a:solidFill>
          <a:ln w="38100">
            <a:solidFill>
              <a:srgbClr val="FFB3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03520" y="1664208"/>
            <a:ext cx="274320" cy="69494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" y="1389888"/>
            <a:ext cx="3328416" cy="12435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73%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54864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300"/>
                </a:solidFill>
              </a:rPr>
              <a:t>State of Charge (SOC)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4754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Battery SOC reported every 30 seconds to cloud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4754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7490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Below 20% SOC — multi-channel low-power alert triggered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47548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434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Solar MPPT charging with intelligent load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mk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Trillion-Dollar Global Opportunity</a:t>
            </a:r>
            <a:endParaRPr lang="en-US" sz="2800" dirty="0"/>
          </a:p>
        </p:txBody>
      </p:sp>
      <p:pic>
        <p:nvPicPr>
          <p:cNvPr id="5" name="Image 1" descr="/tmp/kn_global_assets/ill_worl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12080" y="914400"/>
            <a:ext cx="3474720" cy="3474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078992"/>
            <a:ext cx="4663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078992"/>
            <a:ext cx="128016" cy="10789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115214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7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500M+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21792" y="1645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Smallholder Farms Globally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1792" y="1901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Across Asia, Africa, Latin America — virtually unserved by AgriTech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2340864"/>
            <a:ext cx="4663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340864"/>
            <a:ext cx="128016" cy="10789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241401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 Billion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" y="29077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Global Precision Ag Market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1792" y="316382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Growing at 13% CAGR — Source: MarketsandMarkets 2024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602736"/>
            <a:ext cx="46634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602736"/>
            <a:ext cx="128016" cy="10789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" y="36758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AF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&lt;$200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21792" y="416966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KrishiNetra device cost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21792" y="442569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vs $2,000–$10,000 for comparable Western precision farming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r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0097A7">
              <a:alpha val="1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 Roadmap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" y="1078992"/>
            <a:ext cx="2743200" cy="3840480"/>
          </a:xfrm>
          <a:prstGeom prst="rect">
            <a:avLst/>
          </a:prstGeom>
          <a:solidFill>
            <a:srgbClr val="0A1628"/>
          </a:solidFill>
          <a:ln w="25400">
            <a:solidFill>
              <a:srgbClr val="0097A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78992"/>
            <a:ext cx="274320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1  •  2024–2025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🇮🇳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65760" y="21214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7A7"/>
                </a:solidFill>
              </a:rPr>
              <a:t>India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2578608"/>
            <a:ext cx="2011680" cy="36576"/>
          </a:xfrm>
          <a:prstGeom prst="rect">
            <a:avLst/>
          </a:prstGeom>
          <a:solidFill>
            <a:srgbClr val="0097A7">
              <a:alpha val="60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67004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Pilot: 10,000 farms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317296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Rajasthan, UP, MP, Punjab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" y="367588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Partner: State Agri Depts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" y="417880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Revenue: ₹15 Cr target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18688" y="1078992"/>
            <a:ext cx="2743200" cy="3840480"/>
          </a:xfrm>
          <a:prstGeom prst="rect">
            <a:avLst/>
          </a:prstGeom>
          <a:solidFill>
            <a:srgbClr val="0A1628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1078992"/>
            <a:ext cx="2743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2  •  2026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18688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🌏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3310128" y="21214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</a:rPr>
              <a:t>South &amp; SE Asia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584448" y="2578608"/>
            <a:ext cx="2011680" cy="36576"/>
          </a:xfrm>
          <a:prstGeom prst="rect">
            <a:avLst/>
          </a:prstGeom>
          <a:solidFill>
            <a:srgbClr val="FFB300">
              <a:alpha val="6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67004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Bangladesh, Sri Lanka, Vietnam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83280" y="317296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NGO &amp; MFI distribution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83280" y="367588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USAID / GIZ partnerships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83280" y="417880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Units: 50,000+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63056" y="1078992"/>
            <a:ext cx="2743200" cy="3840480"/>
          </a:xfrm>
          <a:prstGeom prst="rect">
            <a:avLst/>
          </a:prstGeom>
          <a:solidFill>
            <a:srgbClr val="0A1628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63056" y="1078992"/>
            <a:ext cx="274320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63056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Phase 3  •  2027+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63056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🌍</a:t>
            </a:r>
            <a:endParaRPr lang="en-US" sz="4200" dirty="0"/>
          </a:p>
        </p:txBody>
      </p:sp>
      <p:sp>
        <p:nvSpPr>
          <p:cNvPr id="30" name="Text 27"/>
          <p:cNvSpPr/>
          <p:nvPr/>
        </p:nvSpPr>
        <p:spPr>
          <a:xfrm>
            <a:off x="6254496" y="21214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</a:rPr>
              <a:t>Africa &amp; LatAm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6528816" y="2578608"/>
            <a:ext cx="2011680" cy="36576"/>
          </a:xfrm>
          <a:prstGeom prst="rect">
            <a:avLst/>
          </a:prstGeom>
          <a:solidFill>
            <a:srgbClr val="4CAF50">
              <a:alpha val="6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27648" y="267004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Sub-Saharan Africa rollout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27648" y="317296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Brazil &amp; Colombia pilots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27648" y="367588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 FAO alignment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27648" y="4178808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Units: 200,000+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global_assets/bg_c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 With Us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57200" y="14813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B300"/>
                </a:solidFill>
              </a:rPr>
              <a:t>Invest, Collaborate, or Deploy KrishiNetra in Your Region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993392"/>
            <a:ext cx="822960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Together we can feed the world — one smart farm at a time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ADDCC"/>
                </a:solidFill>
              </a:rPr>
              <a:t>"The future of food security starts with a single sensor in the soil"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2999232"/>
            <a:ext cx="2514600" cy="1115568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Partnerships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22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global@krishinetra.in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2999232"/>
            <a:ext cx="2514600" cy="1115568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2044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Investor Relations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822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98XXX XXXXX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99232"/>
            <a:ext cx="2514600" cy="1115568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21792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00"/>
                </a:solidFill>
              </a:rPr>
              <a:t>Global Website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0" y="38221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www.krishinetra.in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8FF"/>
                </a:solidFill>
              </a:rPr>
              <a:t>KrishiNetra  •  Made in India, Built for the World  •  Precision Agriculture for All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KrishiNetra — Global Perspective</dc:title>
  <dc:subject>PptxGenJS Presentation</dc:subject>
  <dc:creator>PptxGenJS</dc:creator>
  <cp:lastModifiedBy>PptxGenJS</cp:lastModifiedBy>
  <cp:revision>1</cp:revision>
  <dcterms:created xsi:type="dcterms:W3CDTF">2026-03-09T11:35:52Z</dcterms:created>
  <dcterms:modified xsi:type="dcterms:W3CDTF">2026-03-09T11:35:52Z</dcterms:modified>
</cp:coreProperties>
</file>