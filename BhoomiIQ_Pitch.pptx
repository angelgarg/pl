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82880"/>
            <a:ext cx="2926080" cy="32918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F8F00">
              <a:alpha val="20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02920"/>
            <a:ext cx="54864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भूमि IQ</a:t>
            </a:r>
            <a:endParaRPr lang="en-US" sz="7600" dirty="0"/>
          </a:p>
        </p:txBody>
      </p:sp>
      <p:sp>
        <p:nvSpPr>
          <p:cNvPr id="9" name="Text 5"/>
          <p:cNvSpPr/>
          <p:nvPr/>
        </p:nvSpPr>
        <p:spPr>
          <a:xfrm>
            <a:off x="457200" y="18105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1000" kern="0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BhoomiIQ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57200" y="2423160"/>
            <a:ext cx="5212080" cy="6858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4231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आपकी भूमि की बुद्धि 🧠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457200" y="320040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Eye Watching Your Crop — 24x7"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4747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🌱 IoT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7335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7335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AI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99923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923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☀️ Solar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25112" y="3749040"/>
            <a:ext cx="1234440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5112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🇮🇳 Made in India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भूमि IQ  •  BhoomiIQ  •  आपकी भूमि की सुरक्षा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किसान की 3 बड़ी परेशानियाँ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CBF"/>
                </a:solidFill>
              </a:rPr>
              <a:t>3 Big Problems Every Indian Farmer Faces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3B0000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/tmp/kn_assets/ill_anim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216152"/>
            <a:ext cx="259689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53312" y="1005840"/>
            <a:ext cx="566928" cy="56692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31821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फसल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बर्बाद करते हैं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5760" y="3959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Animals destroy crops at night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2E1A0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/tmp/kn_assets/ill_drough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3552" y="1216152"/>
            <a:ext cx="2596896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79392" y="1005840"/>
            <a:ext cx="566928" cy="5669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27939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3291840" y="31821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पानी की देखभाल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नहीं हो पाती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291840" y="3959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Nobody knows when to water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0A0A2A"/>
          </a:solidFill>
          <a:ln w="25400">
            <a:solidFill>
              <a:srgbClr val="3F51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/tmp/kn_assets/ill_nigh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216152"/>
            <a:ext cx="2596896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205472" y="1005840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0547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217920" y="31821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रात को कोई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देखने वाला नहीं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217920" y="3959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</a:rPr>
              <a:t>No one watches at night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4" name="Image 1" descr="/tmp/k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57200"/>
            <a:ext cx="35661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182880"/>
            <a:ext cx="37490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भूमि IQ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आपकी भूमि की बुद्धि 🧠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97680" y="2011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हमारा जवाब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29768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7575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97680" y="1042416"/>
            <a:ext cx="448056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126187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11704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छोटा डिवाइस — खेत में लगाएं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Small device, powerful protection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03911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846320" y="1947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मोबाइल पर हर पल देखें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46320" y="2331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Monitor everything on your phone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81635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846320" y="27249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खुद फसल को पानी देगा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46320" y="3108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AI automatically waters your crop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359359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🐆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846320" y="35021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आए — तुरंत अलार्म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846320" y="3886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Instant animal intrusion alerts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37083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976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4846320" y="42793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— बिजली की ज़रूरत नहीं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846320" y="4663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Solar powered, works anywhere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3200400"/>
            <a:ext cx="5486400" cy="365760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बस 3 काम करो!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107"/>
                </a:solidFill>
              </a:rPr>
              <a:t>Just 3 Simple Steps — आसान है!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/tmp/kn_assets/ill_step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1371600"/>
            <a:ext cx="2414016" cy="15361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4475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4475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54864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डिवाइस लगाओ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खेत में 5 मिनट में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FFCC"/>
                </a:solidFill>
              </a:rPr>
              <a:t>Install device in 5 minutes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9184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/tmp/kn_assets/ill_step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4992" y="1371600"/>
            <a:ext cx="2414016" cy="1536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7939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7939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📲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338328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से जोड़ो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38328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मोबाइल पर देखो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38328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FFCC"/>
                </a:solidFill>
              </a:rPr>
              <a:t>Connect to your smartphone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2648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/tmp/kn_assets/ill_step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371600"/>
            <a:ext cx="2414016" cy="153619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11403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1403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😴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21792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चैन से सोओ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21792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BhoomiIQ देखेगा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21792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FFCC"/>
                </a:solidFill>
              </a:rPr>
              <a:t>Sleep — we watch for you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12724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6188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BhoomiIQ क्या क्या देखता है?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FCC"/>
                </a:solidFill>
              </a:rPr>
              <a:t>What does BhoomiIQ monitor for you?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1938528" cy="118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93192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तापमान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Temperature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15568"/>
            <a:ext cx="1938528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514600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मिट्टी की नमी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14600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Soil Moisture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90288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1115568"/>
            <a:ext cx="1938528" cy="118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4636008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लाइव फोटो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36008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Live Camera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11696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11696" y="1115568"/>
            <a:ext cx="1938528" cy="1188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🐆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757416" y="202996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पहचाने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57416" y="24871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Animal Detection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054096"/>
            <a:ext cx="1938528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393192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Level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93192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Battery Monitor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3054096"/>
            <a:ext cx="1938528" cy="1188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2514600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मोबाइल अलर्ट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514600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Phone Alerts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3054096"/>
            <a:ext cx="1938528" cy="1188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0288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39" name="Text 36"/>
          <p:cNvSpPr/>
          <p:nvPr/>
        </p:nvSpPr>
        <p:spPr>
          <a:xfrm>
            <a:off x="4636008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636008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No electricity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11696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11696" y="3054096"/>
            <a:ext cx="1938528" cy="1188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💦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757416" y="396849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खुद पानी दे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6757416" y="442569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Auto Watering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assets/ill_sol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457200"/>
            <a:ext cx="384048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28600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365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320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91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☀️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4389120" y="80467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बिजली नहीं?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389120" y="148132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कोई बात नहीं!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438912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CCAA"/>
                </a:solidFill>
              </a:rPr>
              <a:t>No Electricity? No Problem!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0" y="239572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6280" y="239572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 panel से चलता है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389120" y="294436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94436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2x18650 बैटरी — 72+ घंटे backup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89120" y="349300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349300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खेत में बिजली की ज़रूरत नहीं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89120" y="404164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04164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रात में भी पूरा काम करता है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Gaon ke liye bana  •  Made for Rural India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मोबाइल पर दिखे सब कुछ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107"/>
                </a:solidFill>
              </a:rPr>
              <a:t>See everything live on your mobile!</a:t>
            </a:r>
            <a:endParaRPr lang="en-US" sz="1500" dirty="0"/>
          </a:p>
        </p:txBody>
      </p:sp>
      <p:pic>
        <p:nvPicPr>
          <p:cNvPr id="5" name="Image 1" descr="/tmp/kn_assets/ill_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97280"/>
            <a:ext cx="256032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078992"/>
            <a:ext cx="2596896" cy="36941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0" y="1115568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0" y="1115568"/>
            <a:ext cx="109728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37560" y="111556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🌡️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977640" y="1188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तापमान बहुत ज्यादा!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977640" y="1554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Temperature: 38°C — Water Now!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2093976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2093976"/>
            <a:ext cx="109728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209397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🐆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977640" y="2167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जानवर आया खेत में!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977640" y="2532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Animal detected — Alarm ON!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0" y="3072384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3072384"/>
            <a:ext cx="10972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307238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977640" y="3145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फसल को पानी चाहिए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3977640" y="35112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Moisture: 15% — Auto watering…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0" y="4050792"/>
            <a:ext cx="5669280" cy="822960"/>
          </a:xfrm>
          <a:prstGeom prst="rect">
            <a:avLst/>
          </a:prstGeom>
          <a:solidFill>
            <a:srgbClr val="1E1E2E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4050792"/>
            <a:ext cx="10972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40507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🔋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3977640" y="4123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कम है — 18%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3977640" y="44897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Charge soon — solar check needed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batt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0" y="-274320"/>
            <a:ext cx="228600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Battery Level भी दिखती है!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New Feature  •  हमेशा पता रहे battery कितनी बची है</a:t>
            </a:r>
            <a:endParaRPr lang="en-US" sz="1500" dirty="0"/>
          </a:p>
        </p:txBody>
      </p:sp>
      <p:pic>
        <p:nvPicPr>
          <p:cNvPr id="6" name="Image 1" descr="/tmp/kn_assets/ill_b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97280"/>
            <a:ext cx="310896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solidFill>
            <a:srgbClr val="252545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03520" y="1664208"/>
            <a:ext cx="274320" cy="69494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389888"/>
            <a:ext cx="3328416" cy="12435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73%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</a:rPr>
              <a:t>अभी की battery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हर 30 सेकंड में battery update होती है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7490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Battery 20% से कम → मोबाइल alert आएगा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 charging + 72 घंटे backup बैटरी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भारत का बाज़ार — India Market</a:t>
            </a:r>
            <a:endParaRPr lang="en-US" sz="2800" dirty="0"/>
          </a:p>
        </p:txBody>
      </p:sp>
      <p:pic>
        <p:nvPicPr>
          <p:cNvPr id="5" name="Image 1" descr="/tmp/kn_assets/ill_ind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005840"/>
            <a:ext cx="329184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15568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115568"/>
            <a:ext cx="128016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188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14.6 करोड़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6824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किसान परिवार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1792" y="19385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146 Million farmer families in India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377440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377440"/>
            <a:ext cx="128016" cy="107899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450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₹15,000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" y="2944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प्रति डिवाइस लागत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1792" y="32004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One-time device cost per farmer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639312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639312"/>
            <a:ext cx="128016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7124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₹2200 Cr+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" y="4206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बाज़ार का आकार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1792" y="446227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Total addressable Indian market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कितना पैसा लगेगा?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Simple, Affordable Pricing for Every Farmer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987552"/>
            <a:ext cx="2706624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शुरुआती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8912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Starter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901952"/>
            <a:ext cx="1975104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8912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/माह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डिवाइस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Mobile Alerts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Water Control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Camera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987552"/>
            <a:ext cx="2706624" cy="3913632"/>
          </a:xfrm>
          <a:prstGeom prst="rect">
            <a:avLst/>
          </a:prstGeom>
          <a:solidFill>
            <a:srgbClr val="111111"/>
          </a:solidFill>
          <a:ln w="38100">
            <a:solidFill>
              <a:srgbClr val="FF8F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987552"/>
            <a:ext cx="2706624" cy="1463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★ BEST VALUE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0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सबसे अच्छा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291840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Most Popular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566160" y="1901952"/>
            <a:ext cx="1975104" cy="2743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₹1,499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3291840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/माह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383280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डिवाइस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383280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Fields Map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83280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Solar Support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83280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Battery Monitor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83280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Help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053328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53328" y="987552"/>
            <a:ext cx="2706624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बड़े किसान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144768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19088" y="1901952"/>
            <a:ext cx="1975104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44768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₹2,999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6144768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/माह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236208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डिवाइस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236208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सब Features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36208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Alerts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236208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Export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236208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Team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assets/bg_c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अभी जुड़ें!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107"/>
                </a:solidFill>
              </a:rPr>
              <a:t>Join BhoomiIQ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82296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आपकी फसल — हमारी ज़िम्मेदारी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DDAA"/>
                </a:solidFill>
              </a:rPr>
              <a:t>"Your crop is our responsibility"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Email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hello@bhoomiq.in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Call / WhatsApp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98XXX XXXXX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1792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Website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www.bhoomiq.in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भूमि IQ  •  BhoomiIQ  •  Made in India 🇮🇳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BhoomiIQ — भूमि IQ</dc:title>
  <dc:subject>PptxGenJS Presentation</dc:subject>
  <dc:creator>PptxGenJS</dc:creator>
  <cp:lastModifiedBy>PptxGenJS</cp:lastModifiedBy>
  <cp:revision>1</cp:revision>
  <dcterms:created xsi:type="dcterms:W3CDTF">2026-03-09T13:04:28Z</dcterms:created>
  <dcterms:modified xsi:type="dcterms:W3CDTF">2026-03-09T13:04:28Z</dcterms:modified>
</cp:coreProperties>
</file>