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e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182880"/>
            <a:ext cx="2926080" cy="32918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F8F00">
              <a:alpha val="20000"/>
            </a:srgbClr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11480"/>
            <a:ext cx="54864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BhoomiIQ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457200" y="14813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spc="600" kern="0" dirty="0">
                <a:solidFill>
                  <a:srgbClr val="FFC10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Farm Guardian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57200" y="2103120"/>
            <a:ext cx="5303520" cy="685800"/>
          </a:xfrm>
          <a:prstGeom prst="rect">
            <a:avLst/>
          </a:prstGeom>
          <a:solidFill>
            <a:srgbClr val="000000">
              <a:alpha val="50000"/>
            </a:srgbClr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2103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Eye That Never Sleeps Over Your Crop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28529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CF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"24x7 protection — even when you're asleep"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4747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IoT Sensors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7335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67335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Powered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99923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9923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Solar Ready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325112" y="3364992"/>
            <a:ext cx="1261872" cy="38404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25112" y="336499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Made in India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BhoomiIQ  •  Your Crop's Guardian  •  Made in India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probl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Big Problems Every Farmer Faces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AACBF"/>
                </a:solidFill>
              </a:rPr>
              <a:t>Problems that cost Indian farmers crores every year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3749040"/>
          </a:xfrm>
          <a:prstGeom prst="rect">
            <a:avLst/>
          </a:prstGeom>
          <a:solidFill>
            <a:srgbClr val="3B0000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1" descr="/tmp/kn_en_assets/ill_anim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" y="1216152"/>
            <a:ext cx="2596896" cy="1920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353312" y="1005840"/>
            <a:ext cx="566928" cy="56692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35331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576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 Destroy Crops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576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Wild animals ruin crops overnight with no warning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00400" y="1143000"/>
            <a:ext cx="2743200" cy="3749040"/>
          </a:xfrm>
          <a:prstGeom prst="rect">
            <a:avLst/>
          </a:prstGeom>
          <a:solidFill>
            <a:srgbClr val="2E1A00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/tmp/kn_en_assets/ill_drou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273552" y="1216152"/>
            <a:ext cx="2596896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279392" y="1005840"/>
            <a:ext cx="566928" cy="56692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27939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329184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Watering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29184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Over or under-watering leads to poor yield &amp; waste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26480" y="1143000"/>
            <a:ext cx="2743200" cy="3749040"/>
          </a:xfrm>
          <a:prstGeom prst="rect">
            <a:avLst/>
          </a:prstGeom>
          <a:solidFill>
            <a:srgbClr val="0A0A2A"/>
          </a:solidFill>
          <a:ln w="25400">
            <a:solidFill>
              <a:srgbClr val="3F51B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/tmp/kn_en_assets/ill_nigh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216152"/>
            <a:ext cx="2596896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205472" y="1005840"/>
            <a:ext cx="566928" cy="566928"/>
          </a:xfrm>
          <a:prstGeom prst="ellipse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205472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6217920" y="3200400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Night Surveillance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6217920" y="3840480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No one can watch the field all night, every night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pic>
        <p:nvPicPr>
          <p:cNvPr id="4" name="Image 1" descr="/tmp/kn_en_assets/ill_farm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457200"/>
            <a:ext cx="3566160" cy="4023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2880" y="182880"/>
            <a:ext cx="3749040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BhoomiIQ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The Eye Over Your Farm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297680" y="201168"/>
            <a:ext cx="4572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297680" y="7498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57575"/>
                </a:solidFill>
              </a:rPr>
              <a:t>One device. Total protection. Works anywhere in India.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297680" y="1042416"/>
            <a:ext cx="448056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126187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976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11704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device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846320" y="1554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Install in your field in 5 minutes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03911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9768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846320" y="1947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via smartphone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4632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See live data from anywhere, anytime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97680" y="281635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9768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846320" y="27249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auto-watering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3108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Smart irrigation — saves water &amp; effort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97680" y="359359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2976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🐆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4846320" y="350215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intrusion alerts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846320" y="38862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Instant alarm the moment animals enter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297680" y="4370832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2976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4846320" y="427939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powered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4846320" y="4663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No electricity needed — works off-grid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3200400"/>
            <a:ext cx="5486400" cy="36576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 Is Easy!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C107"/>
                </a:solidFill>
              </a:rPr>
              <a:t>Just 3 simple steps — no technical knowledge needed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7" name="Image 1" descr="/tmp/kn_en_assets/ill_step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" y="1371600"/>
            <a:ext cx="2414016" cy="15361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44475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44475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1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54864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Device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864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In your field in 5 min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No wiring needed — just plant it and switch it 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9184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/tmp/kn_en_assets/ill_step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364992" y="1371600"/>
            <a:ext cx="2414016" cy="1536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27939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7939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329184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📲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338328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App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38328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Link to your smartphone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38328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Works on any basic Android phone — simple setup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126480" y="1298448"/>
            <a:ext cx="2560320" cy="361188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C10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pic>
        <p:nvPicPr>
          <p:cNvPr id="23" name="Image 3" descr="/tmp/kn_en_assets/ill_step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99632" y="1371600"/>
            <a:ext cx="2414016" cy="15361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114032" y="1115568"/>
            <a:ext cx="585216" cy="585216"/>
          </a:xfrm>
          <a:prstGeom prst="ellipse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114032" y="11155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3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😴</a:t>
            </a:r>
            <a:endParaRPr lang="en-US" sz="3200" dirty="0"/>
          </a:p>
        </p:txBody>
      </p:sp>
      <p:sp>
        <p:nvSpPr>
          <p:cNvPr id="27" name="Text 21"/>
          <p:cNvSpPr/>
          <p:nvPr/>
        </p:nvSpPr>
        <p:spPr>
          <a:xfrm>
            <a:off x="6217920" y="29718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Peacefully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217920" y="3447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BhoomiIQ watches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17920" y="38221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FCC"/>
                </a:solidFill>
              </a:rPr>
              <a:t>We alert you instantly — only when something happens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12724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961888" y="3154680"/>
            <a:ext cx="164592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featu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BhoomiIQ Do?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FFCC"/>
                </a:solidFill>
              </a:rPr>
              <a:t>8 powerful features in one small, affordable device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1115568"/>
            <a:ext cx="1938528" cy="118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🌡️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93192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93192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Real-time soil &amp; air temp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1115568"/>
            <a:ext cx="1938528" cy="118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68880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💧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2514600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514600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Know when to water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90288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90288" y="1115568"/>
            <a:ext cx="1938528" cy="1188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90288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4636008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636008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See your field anytime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711696" y="1115568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711696" y="1115568"/>
            <a:ext cx="1938528" cy="1188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11696" y="1207008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🐆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757416" y="2029968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Detection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57416" y="2487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AI spots intruders instantly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054096"/>
            <a:ext cx="1938528" cy="118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7472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🔋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393192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Monitor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93192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Never run out of power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68880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468880" y="3054096"/>
            <a:ext cx="1938528" cy="11887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468880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2514600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Alerts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514600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Instant WhatsApp/SMS alerts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90288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90288" y="3054096"/>
            <a:ext cx="1938528" cy="11887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90288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☀️</a:t>
            </a:r>
            <a:endParaRPr lang="en-US" sz="4000" dirty="0"/>
          </a:p>
        </p:txBody>
      </p:sp>
      <p:sp>
        <p:nvSpPr>
          <p:cNvPr id="39" name="Text 36"/>
          <p:cNvSpPr/>
          <p:nvPr/>
        </p:nvSpPr>
        <p:spPr>
          <a:xfrm>
            <a:off x="4636008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Powered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4636008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Works off-grid anywhere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711696" y="3054096"/>
            <a:ext cx="193852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711696" y="3054096"/>
            <a:ext cx="1938528" cy="11887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711696" y="3145536"/>
            <a:ext cx="193852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💦</a:t>
            </a:r>
            <a:endParaRPr lang="en-US" sz="4000" dirty="0"/>
          </a:p>
        </p:txBody>
      </p:sp>
      <p:sp>
        <p:nvSpPr>
          <p:cNvPr id="44" name="Text 41"/>
          <p:cNvSpPr/>
          <p:nvPr/>
        </p:nvSpPr>
        <p:spPr>
          <a:xfrm>
            <a:off x="6757416" y="396849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Watering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6757416" y="4425696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</a:rPr>
              <a:t>AI controls irrigation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sol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tmp/kn_en_assets/ill_sol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457200"/>
            <a:ext cx="384048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2286000" y="137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474720" y="365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0" y="182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0" y="320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0" y="228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</a:rPr>
              <a:t>✦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389120" y="731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☀️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4389120" y="804672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Electricity?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389120" y="1444752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Problem!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4389120" y="2048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CCAA"/>
                </a:solidFill>
              </a:rPr>
              <a:t>BhoomiIQ runs entirely on solar power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2331720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26280" y="2331720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Powered by a small solar panel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389120" y="2898648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26280" y="2898648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 2x18650 battery — 72+ hour backup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89120" y="3465576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3465576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Works in fields with no power lines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389120" y="4032504"/>
            <a:ext cx="4526280" cy="493776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26280" y="4032504"/>
            <a:ext cx="4251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Runs all night on stored solar energy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1520" y="44988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Built for Rural India  •  Works Anywhere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Farm in Your Pocket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107"/>
                </a:solidFill>
              </a:rPr>
              <a:t>Real-time alerts and live data — straight to your mobile phone</a:t>
            </a:r>
            <a:endParaRPr lang="en-US" sz="1500" dirty="0"/>
          </a:p>
        </p:txBody>
      </p:sp>
      <p:pic>
        <p:nvPicPr>
          <p:cNvPr id="5" name="Image 1" descr="/tmp/kn_en_assets/ill_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097280"/>
            <a:ext cx="2560320" cy="36576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7472" y="1078992"/>
            <a:ext cx="2596896" cy="3694176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200400" y="1097280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0" y="1097280"/>
            <a:ext cx="109728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337560" y="10972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🌡️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3977640" y="11612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Temperature Alert!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977640" y="15270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Temperature: 38°C — Water Now!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2084832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2084832"/>
            <a:ext cx="109728" cy="8046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37560" y="2084832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🐆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977640" y="21488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Detected!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97764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Movement detected — Alarm triggered!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00400" y="3072384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0" y="3072384"/>
            <a:ext cx="10972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37560" y="3072384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3977640" y="31363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Needs Watering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977640" y="35021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Moisture: 15% — Auto watering on…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200400" y="4059936"/>
            <a:ext cx="5669280" cy="804672"/>
          </a:xfrm>
          <a:prstGeom prst="rect">
            <a:avLst/>
          </a:prstGeom>
          <a:solidFill>
            <a:srgbClr val="1E1E2E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4059936"/>
            <a:ext cx="109728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37560" y="405993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25" name="Text 21"/>
          <p:cNvSpPr/>
          <p:nvPr/>
        </p:nvSpPr>
        <p:spPr>
          <a:xfrm>
            <a:off x="3977640" y="41239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Battery Warning (18%)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977640" y="44897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BF"/>
                </a:solidFill>
              </a:rPr>
              <a:t>Charge soon — solar check needed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batte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57200" y="-274320"/>
            <a:ext cx="228600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Know Your Battery Level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New Feature  —  Live battery status every 30 seconds</a:t>
            </a:r>
            <a:endParaRPr lang="en-US" sz="1500" dirty="0"/>
          </a:p>
        </p:txBody>
      </p:sp>
      <p:pic>
        <p:nvPicPr>
          <p:cNvPr id="6" name="Image 1" descr="/tmp/kn_en_assets/ill_b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0" y="1097280"/>
            <a:ext cx="3108960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solidFill>
            <a:srgbClr val="252545"/>
          </a:solidFill>
          <a:ln w="38100">
            <a:solidFill>
              <a:srgbClr val="FFC10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303520" y="1664208"/>
            <a:ext cx="274320" cy="694944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2648" y="1389888"/>
            <a:ext cx="3328416" cy="124358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1325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73%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54864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107"/>
                </a:solidFill>
              </a:rPr>
              <a:t>Current battery level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5468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315468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Battery level updates every 30 seconds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74904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Below 20% — instant alert sent to your phone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343400"/>
            <a:ext cx="4754880" cy="475488"/>
          </a:xfrm>
          <a:prstGeom prst="rect">
            <a:avLst/>
          </a:prstGeom>
          <a:solidFill>
            <a:srgbClr val="1E2A44"/>
          </a:solidFill>
          <a:ln w="12700">
            <a:solidFill>
              <a:srgbClr val="3A4A6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43434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 Solar charging + 72-hour backup batteries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mark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Untapped Agri-Tech Market</a:t>
            </a:r>
            <a:endParaRPr lang="en-US" sz="2800" dirty="0"/>
          </a:p>
        </p:txBody>
      </p:sp>
      <p:pic>
        <p:nvPicPr>
          <p:cNvPr id="5" name="Image 1" descr="/tmp/kn_en_assets/ill_ind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1005840"/>
            <a:ext cx="3291840" cy="3840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15568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115568"/>
            <a:ext cx="128016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188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146 Million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621792" y="16824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Farmer Families in India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21792" y="193852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The world's largest farming population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377440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377440"/>
            <a:ext cx="128016" cy="107899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450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₹15,000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21792" y="294436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One-time device cost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1792" y="320040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Affordable for small &amp; medium landholders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639312"/>
            <a:ext cx="4846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639312"/>
            <a:ext cx="128016" cy="10789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" y="371246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₹2,200 Cr+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21792" y="4206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Total Market Size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1792" y="4462272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57575"/>
                </a:solidFill>
              </a:rPr>
              <a:t>India's addressable precision-farming TAM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7315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Honest Pricing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365760" y="60350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8888"/>
                </a:solidFill>
              </a:rPr>
              <a:t>Affordable plans for every farmer — starter to large-scale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7472" y="987552"/>
            <a:ext cx="2706624" cy="1463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38912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For small farms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3232" y="1901952"/>
            <a:ext cx="1975104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₹999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8912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Device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0352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Mobile Alerts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Water Control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0352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Camera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0" y="987552"/>
            <a:ext cx="2706624" cy="3913632"/>
          </a:xfrm>
          <a:prstGeom prst="rect">
            <a:avLst/>
          </a:prstGeom>
          <a:solidFill>
            <a:srgbClr val="111111"/>
          </a:solidFill>
          <a:ln w="38100">
            <a:solidFill>
              <a:srgbClr val="FF8F0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987552"/>
            <a:ext cx="2706624" cy="14630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0" y="98755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BEST VALUE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291840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291840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Most Popular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566160" y="1901952"/>
            <a:ext cx="1975104" cy="27432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91840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₹1,499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3291840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383280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Devices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383280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Fields Map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383280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Solar Support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383280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Battery Monitor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83280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Help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053328" y="987552"/>
            <a:ext cx="2706624" cy="3913632"/>
          </a:xfrm>
          <a:prstGeom prst="rect">
            <a:avLst/>
          </a:prstGeom>
          <a:solidFill>
            <a:srgbClr val="111111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053328" y="987552"/>
            <a:ext cx="2706624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120700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144768" y="16184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For large farms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19088" y="1901952"/>
            <a:ext cx="1975104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144768" y="197510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₹2,999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6144768" y="254203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/month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236208" y="28712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Devices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236208" y="326440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Features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36208" y="365760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Alerts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36208" y="40507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Data Export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236208" y="444398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Team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n_en_assets/bg_c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solidFill>
            <a:srgbClr val="FF8F00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566928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177800" dist="50800" dir="8100000">
              <a:srgbClr val="000000">
                <a:alpha val="7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Join Us Today!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5361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C107"/>
                </a:solidFill>
              </a:rPr>
              <a:t>Start Protecting Your Farm with BhoomiIQ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438912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81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Your crop is our responsibility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9DDAA"/>
                </a:solidFill>
              </a:rPr>
              <a:t>"The eye that never blinks — so you can rest"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2296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Email Us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hello@bhoomiq.in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52044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Call / WhatsApp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+91 98XXX XXXXX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99232"/>
            <a:ext cx="2514600" cy="10972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299923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217920" y="35661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107"/>
                </a:solidFill>
              </a:rPr>
              <a:t>Visit Website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17920" y="382219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www.bhoomiq.in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690872"/>
            <a:ext cx="91440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BhoomiIQ  •  Smart Farm Guardian  •  Made in India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BhoomiIQ — Smart Farm Guardian</dc:title>
  <dc:subject>PptxGenJS Presentation</dc:subject>
  <dc:creator>PptxGenJS</dc:creator>
  <cp:lastModifiedBy>PptxGenJS</cp:lastModifiedBy>
  <cp:revision>1</cp:revision>
  <dcterms:created xsi:type="dcterms:W3CDTF">2026-03-09T12:59:38Z</dcterms:created>
  <dcterms:modified xsi:type="dcterms:W3CDTF">2026-03-09T12:59:38Z</dcterms:modified>
</cp:coreProperties>
</file>